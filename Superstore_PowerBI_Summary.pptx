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018" y="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3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5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5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9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9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3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1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4645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2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750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77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6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3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8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Superstore Sales Dashboard</a:t>
            </a:r>
            <a:r>
              <a:rPr lang="en-US" dirty="0"/>
              <a:t> Summary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Power BI dashboard</a:t>
            </a:r>
          </a:p>
          <a:p>
            <a:r>
              <a:t>Retail sales performance analysis</a:t>
            </a:r>
          </a:p>
          <a:p>
            <a:r>
              <a:t>Supports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SuperStore Sales DataSet.xlsx</a:t>
            </a:r>
          </a:p>
          <a:p>
            <a:r>
              <a:t>Retail E-commerce dataset</a:t>
            </a:r>
          </a:p>
          <a:p>
            <a:r>
              <a:t>Sales, Profit, Region,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</a:t>
            </a:r>
          </a:p>
          <a:p>
            <a:r>
              <a:t>Total Profit</a:t>
            </a:r>
          </a:p>
          <a:p>
            <a:r>
              <a:t>Units Sold</a:t>
            </a:r>
          </a:p>
          <a:p>
            <a:r>
              <a:t>Average Ship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by Category &amp; Sub-Category</a:t>
            </a:r>
          </a:p>
          <a:p>
            <a:r>
              <a:t>Sales &amp; Profit YoY Trends</a:t>
            </a:r>
          </a:p>
          <a:p>
            <a:r>
              <a:t>Sales by Region</a:t>
            </a:r>
          </a:p>
          <a:p>
            <a:r>
              <a:t>Payment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&amp;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 slicer</a:t>
            </a:r>
          </a:p>
          <a:p>
            <a:r>
              <a:t>Year comparison</a:t>
            </a:r>
          </a:p>
          <a:p>
            <a:r>
              <a:t>Dynamic visuals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drives highest sales</a:t>
            </a:r>
          </a:p>
          <a:p>
            <a:r>
              <a:t>West &amp; East lead revenue</a:t>
            </a:r>
          </a:p>
          <a:p>
            <a:r>
              <a:t>COD most used payment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</a:t>
            </a:r>
          </a:p>
          <a:p>
            <a:r>
              <a:t>Microsoft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BI dashboard</a:t>
            </a:r>
          </a:p>
          <a:p>
            <a:r>
              <a:t>Interview &amp; portfolio ready</a:t>
            </a:r>
          </a:p>
          <a:p>
            <a:r>
              <a:t>Demonstrates analytical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105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Superstore Sales Dashboard Summary</vt:lpstr>
      <vt:lpstr>Project Overview</vt:lpstr>
      <vt:lpstr>Data Source</vt:lpstr>
      <vt:lpstr>Key KPIs</vt:lpstr>
      <vt:lpstr>Dashboard Visuals</vt:lpstr>
      <vt:lpstr>Filters &amp; Interactivity</vt:lpstr>
      <vt:lpstr>Business Insights</vt:lpstr>
      <vt:lpstr>Tools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</dc:title>
  <dc:subject/>
  <dc:creator/>
  <cp:keywords/>
  <dc:description>generated using python-pptx</dc:description>
  <cp:lastModifiedBy>Legendary Legend</cp:lastModifiedBy>
  <cp:revision>3</cp:revision>
  <dcterms:created xsi:type="dcterms:W3CDTF">2013-01-27T09:14:16Z</dcterms:created>
  <dcterms:modified xsi:type="dcterms:W3CDTF">2026-02-17T05:18:54Z</dcterms:modified>
  <cp:category/>
</cp:coreProperties>
</file>